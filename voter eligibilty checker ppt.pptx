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0F64597-B631-4C68-BE0E-FD1778D9D2B7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B926F4E-0F9B-46FF-961A-0B472A1D5F6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143000"/>
            <a:ext cx="6172200" cy="1894362"/>
          </a:xfrm>
        </p:spPr>
        <p:txBody>
          <a:bodyPr/>
          <a:lstStyle/>
          <a:p>
            <a:r>
              <a:rPr lang="en-US" b="0" dirty="0" smtClean="0"/>
              <a:t> voter </a:t>
            </a:r>
            <a:r>
              <a:rPr lang="en-US" b="0" dirty="0" err="1" smtClean="0"/>
              <a:t>eligibilty</a:t>
            </a:r>
            <a:r>
              <a:rPr lang="en-US" b="0" dirty="0" smtClean="0"/>
              <a:t> checker</a:t>
            </a:r>
            <a:endParaRPr lang="en-US" b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581400"/>
            <a:ext cx="6172200" cy="13716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TEAM MEMBERS :</a:t>
            </a:r>
          </a:p>
          <a:p>
            <a:r>
              <a:rPr lang="en-US" dirty="0" smtClean="0"/>
              <a:t>A.K.S.MANASA   </a:t>
            </a:r>
            <a:r>
              <a:rPr lang="en-US" smtClean="0"/>
              <a:t>(25A31A0567 -TEAM </a:t>
            </a:r>
            <a:r>
              <a:rPr lang="en-US" dirty="0" smtClean="0"/>
              <a:t>LEAD)</a:t>
            </a:r>
          </a:p>
          <a:p>
            <a:r>
              <a:rPr lang="en-US" dirty="0" smtClean="0"/>
              <a:t>B.RENUKA  (25A31A0568)</a:t>
            </a:r>
          </a:p>
          <a:p>
            <a:r>
              <a:rPr lang="en-US" dirty="0" smtClean="0"/>
              <a:t>B.BHARATH  KUMAR  (25A31A0AC)</a:t>
            </a:r>
          </a:p>
          <a:p>
            <a:r>
              <a:rPr lang="en-US" dirty="0" smtClean="0"/>
              <a:t>G.VARA  PRASAD  (25A31A0AG)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1. Introduction</a:t>
            </a:r>
          </a:p>
          <a:p>
            <a:r>
              <a:rPr lang="en-US" dirty="0" smtClean="0"/>
              <a:t>The Voter Eligibility Checker is a simple program used to determine whether a person is eligible to vote. It checks basic conditions like age and registration status. This project helps in understanding how real-world systems verify voter eligibility.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project determines voting eligibility based on minimum age criteria (18+years)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Concepts used: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r>
              <a:rPr lang="en-US" dirty="0" smtClean="0"/>
              <a:t>Linked List</a:t>
            </a:r>
          </a:p>
          <a:p>
            <a:r>
              <a:rPr lang="en-US" dirty="0" smtClean="0"/>
              <a:t>Structures</a:t>
            </a:r>
          </a:p>
          <a:p>
            <a:r>
              <a:rPr lang="en-US" dirty="0" smtClean="0"/>
              <a:t>Pointers</a:t>
            </a:r>
          </a:p>
          <a:p>
            <a:r>
              <a:rPr lang="en-US" dirty="0" smtClean="0"/>
              <a:t>Dynamic Memory Allocation</a:t>
            </a:r>
          </a:p>
          <a:p>
            <a:r>
              <a:rPr lang="en-US" dirty="0" smtClean="0"/>
              <a:t>Functions</a:t>
            </a:r>
          </a:p>
          <a:p>
            <a:r>
              <a:rPr lang="en-US" dirty="0" smtClean="0"/>
              <a:t>Loops &amp; Conditions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 Why Use Linked </a:t>
            </a:r>
            <a:r>
              <a:rPr lang="en-US" b="1" dirty="0" smtClean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Allows dynamic storage of voter data</a:t>
            </a:r>
          </a:p>
          <a:p>
            <a:r>
              <a:rPr lang="en-US" dirty="0" smtClean="0"/>
              <a:t>Easy insertion of new voters</a:t>
            </a:r>
          </a:p>
          <a:p>
            <a:r>
              <a:rPr lang="en-US" dirty="0" smtClean="0"/>
              <a:t>No fixed size limitation</a:t>
            </a:r>
          </a:p>
          <a:p>
            <a:r>
              <a:rPr lang="en-US" dirty="0" smtClean="0"/>
              <a:t>Efficient memory usage</a:t>
            </a:r>
          </a:p>
          <a:p>
            <a:r>
              <a:rPr lang="en-US" dirty="0" smtClean="0"/>
              <a:t>Easy traversal</a:t>
            </a:r>
          </a:p>
          <a:p>
            <a:r>
              <a:rPr lang="en-US" dirty="0" smtClean="0"/>
              <a:t>Memory utilization</a:t>
            </a:r>
          </a:p>
          <a:p>
            <a:r>
              <a:rPr lang="en-US" dirty="0" smtClean="0"/>
              <a:t>Flexibility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Linked List </a:t>
            </a:r>
            <a:r>
              <a:rPr lang="en-US" b="1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Linked List Operations</a:t>
            </a:r>
          </a:p>
          <a:p>
            <a:r>
              <a:rPr lang="en-US" b="1" dirty="0" smtClean="0"/>
              <a:t>Insertion</a:t>
            </a:r>
            <a:r>
              <a:rPr lang="en-US" dirty="0" smtClean="0"/>
              <a:t> → Adding new voter details</a:t>
            </a:r>
          </a:p>
          <a:p>
            <a:r>
              <a:rPr lang="en-US" b="1" dirty="0" smtClean="0"/>
              <a:t>Traversal</a:t>
            </a:r>
            <a:r>
              <a:rPr lang="en-US" dirty="0" smtClean="0"/>
              <a:t> → Checking each voter</a:t>
            </a:r>
          </a:p>
          <a:p>
            <a:r>
              <a:rPr lang="en-US" b="1" dirty="0" smtClean="0"/>
              <a:t>Storage</a:t>
            </a:r>
            <a:r>
              <a:rPr lang="en-US" dirty="0" smtClean="0"/>
              <a:t> → Maintaining voter records </a:t>
            </a:r>
            <a:r>
              <a:rPr lang="en-US" dirty="0" smtClean="0"/>
              <a:t>dynamically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Linked list operations like insertion and traversal are mainly used in this project to store and process voter data efficiently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of the </a:t>
            </a:r>
            <a:r>
              <a:rPr lang="en-US" b="1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 enters number of voters</a:t>
            </a:r>
          </a:p>
          <a:p>
            <a:r>
              <a:rPr lang="en-US" dirty="0" smtClean="0"/>
              <a:t>Inputs details (Name, Age, Registration)</a:t>
            </a:r>
          </a:p>
          <a:p>
            <a:r>
              <a:rPr lang="en-US" dirty="0" smtClean="0"/>
              <a:t>Data is stored in linked list</a:t>
            </a:r>
          </a:p>
          <a:p>
            <a:r>
              <a:rPr lang="en-US" dirty="0" smtClean="0"/>
              <a:t>Program checks:</a:t>
            </a:r>
          </a:p>
          <a:p>
            <a:pPr lvl="1"/>
            <a:r>
              <a:rPr lang="en-US" dirty="0" smtClean="0"/>
              <a:t>Age ≥ 18</a:t>
            </a:r>
          </a:p>
          <a:p>
            <a:pPr lvl="1"/>
            <a:r>
              <a:rPr lang="en-US" dirty="0" smtClean="0"/>
              <a:t>Registered = Yes</a:t>
            </a:r>
          </a:p>
          <a:p>
            <a:r>
              <a:rPr lang="en-US" dirty="0" smtClean="0"/>
              <a:t>Displays whether each voter is eligible or not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Simple and easy to understand</a:t>
            </a:r>
          </a:p>
          <a:p>
            <a:r>
              <a:rPr lang="en-US" dirty="0" smtClean="0"/>
              <a:t>Dynamic data handling</a:t>
            </a:r>
          </a:p>
          <a:p>
            <a:r>
              <a:rPr lang="en-US" dirty="0" smtClean="0"/>
              <a:t>Useful for learning data structures</a:t>
            </a:r>
          </a:p>
          <a:p>
            <a:r>
              <a:rPr lang="en-US" dirty="0" smtClean="0"/>
              <a:t>Can be extended for real-world applications</a:t>
            </a:r>
          </a:p>
          <a:p>
            <a:r>
              <a:rPr lang="en-US" dirty="0" smtClean="0"/>
              <a:t>Time saving it reduces manual effort and errors</a:t>
            </a:r>
          </a:p>
          <a:p>
            <a:r>
              <a:rPr lang="en-US" dirty="0" smtClean="0"/>
              <a:t>Allows adding voters easily without size limit</a:t>
            </a:r>
          </a:p>
          <a:p>
            <a:r>
              <a:rPr lang="en-US" dirty="0" smtClean="0"/>
              <a:t>Helps to understand real- world problem solving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48840"/>
            <a:ext cx="8229600" cy="4709160"/>
          </a:xfrm>
        </p:spPr>
        <p:txBody>
          <a:bodyPr/>
          <a:lstStyle/>
          <a:p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Ram (20, Registered) → Eligible</a:t>
            </a:r>
          </a:p>
          <a:p>
            <a:r>
              <a:rPr lang="en-US" dirty="0" err="1" smtClean="0"/>
              <a:t>Sita</a:t>
            </a:r>
            <a:r>
              <a:rPr lang="en-US" dirty="0" smtClean="0"/>
              <a:t> (16, Registered) → Not Eligible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8840"/>
            <a:ext cx="8229600" cy="4709160"/>
          </a:xfrm>
        </p:spPr>
        <p:txBody>
          <a:bodyPr/>
          <a:lstStyle/>
          <a:p>
            <a:r>
              <a:rPr lang="en-US" dirty="0" smtClean="0"/>
              <a:t>This project demonstrates how programming and data structures can be used to solve real-life problems like checking voter eligibility efficiently.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69</TotalTime>
  <Words>244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Apex</vt:lpstr>
      <vt:lpstr> voter eligibilty checker</vt:lpstr>
      <vt:lpstr>INTRODUCTION:</vt:lpstr>
      <vt:lpstr>Concepts used:</vt:lpstr>
      <vt:lpstr> Why Use Linked List</vt:lpstr>
      <vt:lpstr>Linked List Operations</vt:lpstr>
      <vt:lpstr>Working of the Project</vt:lpstr>
      <vt:lpstr>Advantages:</vt:lpstr>
      <vt:lpstr>Example 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voter</dc:title>
  <dc:creator>Pragati</dc:creator>
  <cp:lastModifiedBy>Pragati</cp:lastModifiedBy>
  <cp:revision>9</cp:revision>
  <dcterms:created xsi:type="dcterms:W3CDTF">2026-04-15T04:17:08Z</dcterms:created>
  <dcterms:modified xsi:type="dcterms:W3CDTF">2026-04-15T05:26:54Z</dcterms:modified>
</cp:coreProperties>
</file>